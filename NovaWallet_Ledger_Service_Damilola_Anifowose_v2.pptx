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NovaWallet Ledger Service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Engineer (.NET) — Case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657600" cy="3657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FirstBank Digital Factory  •  NovaPay Super-App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Damilola Anifowose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/ .NET 9  |  MySQL  |  Docker  |  MediatR CQRS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&amp;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FirstBank NovaPay — a digital-first financial super-app for Nigerian mass market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NovaWallet — e-wallet with P2P transfers, bill payments, airtime top-up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wallet ledger service that must never lose, duplicate, or miscount money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Nigerian fintech — Naira in kobo, NIBSS NIP rails, tiered KYC (BVN/NIN), CBN compliance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Challenge: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Concurrency-safe transfers under load with zero tolerance for balance errors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Clean Architecture (4 Layers)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43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 · JWT Auth · Swagger · Middleware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331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MediatR CQRS (command+handler per file) · FluentValidation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520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Layer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 · Interfaces · Exceptions · Business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66344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 Core · MySQL · Repositories · Middleware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Rule:  API → Application → Domain ← 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 — All Covered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Create Wallet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/api/wallets — Creates wallet with zero balance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Get Balance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/api/wallets/{id}/balance — Returns kobo + NGN currency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611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Credit Wallet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/api/wallets/{id}/credit — Simulates inbound NIP transfer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846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Transfer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/api/wallets/{id}/transfer — Atomic, concurrency-safe P2P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Replay Protection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Idempotency-Key header — replays safe, rejects payload mismatch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Statement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/api/wallets/{id}/statement — Paginated, newest first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611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Daily Limit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₦500,000/day outbound cap, resets midnight WAT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8006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846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Audit Log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audit_entries table — separate from transactions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Safety &amp; Money Integrity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Pessimistic Locking (MySQL FOR UPDATE)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Begin DB transaction before reading wallet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SELECT * FROM wallets WHERE id = ? FOR 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Row is locked — other transactions must wait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Debit + Credit + Save + Commit atomically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Deadlock prevention: always lock smaller GUID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 Kobo — Zero Floating-Point Drift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All amounts stored as long (Int64) in kobo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₦1,000.00 = 100,000 kobo (integer, exact)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float/double anywhere in money path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Balance invariant: balance &gt;= 0 always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Domain entity enforces rules (no public setters)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Begin transaction  →  2. Lock both wallets (FOR UPDATE, ordered by GUID)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daily limit  →  4. Debit source wallet  →  5. Credit destination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Record ledger transactions  →  7. Write audit entries  →  8. Commit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Design &amp; Middleware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ExceptionMiddleware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ThrottlingMiddleware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TransferReplayMiddleware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JWT Auth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0087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Controller → MediatR → Handler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 — RFC 7807 Problem Details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Error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Found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not found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/ concurrency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Unprocessable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funds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Many Requests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Throttling exceeded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Stretch Goals Delivered:  Throttling  •  Health Checks  •  RFC 7807 Errors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Technical Decisions &amp;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Pessimistic Locking (FOR UPDATE)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double-send under load. Chosen over optimistic locking for stronger guarantees in a financial context.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MediatR + CQRS Pattern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separation of commands (writes) and queries (reads). Command + handler in one file for easy navigation.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FluentValidation in Pipeline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 run automatically before handlers via MediatR IPipelineBehavior.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1887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InnoDB Row Locking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UPDATE locks rows within transactions. Reliable concurrency control for wallet operations.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EnsureCreated() over Migrations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Simpler for demo. Schema auto-created from model on first run. Trade-off: no migration history.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Single Command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runs `docker compose up` — MySQL + API start together with health checks.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Strategy — 12 Tests Passing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(xUnit + Moq)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WalletDomainTests — Credit, Debit, insufficient funds, negative amounts, zero balance edge cases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CommandHandlerTests — CreateWallet, CreditWallet with mocked repos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Audit verification — correct balance-before/after captured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amounts verified as integers (kobo), never float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9050">
            <a:solidFill>
              <a:srgbClr val="008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Integration 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ConcurrentTransfers_ShouldNeverAllowNegativeBalance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Creates 2 wallets, credits source with ₦10,000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Fires 20 concurrent transfers of ₦1,000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Asserts: ≤10 succeed (balance limit), balance ≥ 0 always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Asserts: money conserved (source + dest = original deposit)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Uses WebApplicationFactory + MySQL test 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Usage — Fluency &amp; Judgment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Qoder AI Assistant + GitHub Copilot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AI Helped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Project scaffolding &amp; clean architecture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CQRS boilerplate (commands, queries, handlers)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EF Core entity configuration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Swagger/OpenAPI setup with JWT security scheme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 Caught AI Being Wrong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Used double for money — caught &amp; replaced with long (kobo)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Missed deadlock prevention in wallet locking 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Used UTC midnight for daily limit instead of WAT (UTC+1)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excellent for speed and boilerplate, but financial systems demand human judgment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precision (integer money), concurrency (deadlock prevention), and domain rules (timezone handling).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assessment is about directing AI wisely — not avoiding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Git repository with clean, documented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Docker Compose — single command startup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Swagger UI at /swagger when running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12 automated tests (unit + concurrency)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README.md — architecture &amp; decisions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AI_USAGE.md — prompts, catches &amp; lessons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RFC 7807 error handling throughout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JWT auth with middleware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Live Demo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373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Get JWT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/api/auth/token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wallet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Credit wallet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/api/wallets/{id}/credit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Transfer (with replay protection)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/api/wallets/{id}/transfer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Idempotency-Key: abc-123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 —  Questions?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NovaWallet Ledger Service - Case Study</dc:title>
  <dc:subject>PptxGenJS Presentation</dc:subject>
  <dc:creator>Damilola Anifowose</dc:creator>
  <cp:lastModifiedBy>Damilola Anifowose</cp:lastModifiedBy>
  <cp:revision>1</cp:revision>
  <dcterms:created xsi:type="dcterms:W3CDTF">2026-09-16T07:40:26Z</dcterms:created>
  <dcterms:modified xsi:type="dcterms:W3CDTF">2026-09-16T07:40:26Z</dcterms:modified>
</cp:coreProperties>
</file>