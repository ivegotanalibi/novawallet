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NovaWallet Ledger Service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Engineer (.NET) — Case Study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3657600" cy="36576"/>
          </a:xfrm>
          <a:prstGeom prst="rect">
            <a:avLst/>
          </a:prstGeom>
          <a:solidFill>
            <a:srgbClr val="00875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AAA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FirstBank Digital Factory  •  NovaPay Super-App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 Damilola Anifowose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C# / .NET 9  |  PostgreSQL  |  Docker  |  MediatR CQRS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1/10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&amp; 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FirstBank NovaPay — a digital-first financial super-app for Nigerian mass market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NovaWallet — e-wallet with P2P transfers, bill payments, airtime top-up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wallet ledger service that must never lose, duplicate, or miscount money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Nigerian fintech — Naira in kobo, NIBSS NIP rails, tiered KYC (BVN/NIN), CBN compliance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Challenge: 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Concurrency-safe transfers under load with zero tolerance for balance errors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2/10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— Clean Architecture (4 Layers)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10058400" cy="914400"/>
          </a:xfrm>
          <a:prstGeom prst="roundRect">
            <a:avLst>
              <a:gd name="adj" fmla="val 10000"/>
            </a:avLst>
          </a:prstGeom>
          <a:solidFill>
            <a:srgbClr val="2196F3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1430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Layer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Controllers · JWT Auth · Swagger · Middleware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10058400" cy="91440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23317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Layer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872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MediatR CQRS · FluentValidation · Pipeline Behaviors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10058400" cy="91440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3520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Layer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88720" y="39319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Entities · Interfaces · Exceptions · Business Rules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663440"/>
            <a:ext cx="10058400" cy="914400"/>
          </a:xfrm>
          <a:prstGeom prst="roundRect">
            <a:avLst>
              <a:gd name="adj" fmla="val 10000"/>
            </a:avLst>
          </a:prstGeom>
          <a:solidFill>
            <a:srgbClr val="9C27B0"/>
          </a:solidFill>
          <a:ln/>
          <a:effectLst>
            <a:outerShdw sx="100000" sy="100000" kx="0" ky="0" algn="bl" rotWithShape="0" blurRad="50800" dist="25400" dir="16200000">
              <a:srgbClr val="CCCCCC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47091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Layer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8720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 Core · PostgreSQL · Repositories · Middleware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Rule:  API → Application → Domain ← Infrastructure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3/10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Functional Requirements — All Covered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Create Wallet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/api/wallets — Creates wallet with zero balance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377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Get Balance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/api/wallets/{id}/balance — Returns kobo + NGN currency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6118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Credit Wallet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/api/wallets/{id}/credit — Simulates inbound NIP transfer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8006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8463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Transfer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/api/wallets/{id}/transfer — Atomic, concurrency-safe P2P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1430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Idempotency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Idempotency-Key header — replays safe, rejects payload mismatch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33172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377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Statement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/api/wallets/{id}/statement — Paginated, newest first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36118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Daily Limit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₦500,000/day outbound cap, resets midnight WAT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800600"/>
            <a:ext cx="5303520" cy="1005840"/>
          </a:xfrm>
          <a:prstGeom prst="roundRect">
            <a:avLst>
              <a:gd name="adj" fmla="val 7273"/>
            </a:avLst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48463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Audit Log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Append-only audit_entries table — separate from transactions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4/10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 Safety &amp; Money Integrity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Pessimistic Locking (SELECT ... FOR UPDATE)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Begin DB transaction before reading wallet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SELECT * FROM wallets WHERE id = ? FOR UPDATE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Row is locked — other transactions must wait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Debit + Credit + Save + Commit atomically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Deadlock prevention: always lock smaller GUID first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0972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Integer Kobo — Zero Floating-Point Drift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All amounts stored as long (Int64) in kobo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₦1,000.00 = 100,000 kobo (integer, exact)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No float/double anywhere in money path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788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Balance invariant: balance &gt;= 0 always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Domain entity enforces rules (no public setters)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10515600" cy="18288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9050">
            <a:solidFill>
              <a:srgbClr val="E85D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 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Begin transaction  →  2. Lock both wallets (FOR UPDATE, ordered by GUID)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Check daily limit  →  4. Debit source wallet  →  5. Credit destination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Record ledger transactions  →  7. Write audit entries  →  8. Commit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5/10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Design &amp; Middleware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ExceptionMiddleware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RateLimitMiddleware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IdempotencyMiddleware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33756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37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 JWT Auth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00875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9319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Controller → MediatR → Handler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Handling — RFC 7807 Problem Details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 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 Error —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 input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 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Found —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 not found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409  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Conflict —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Idempotency / concurrency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422  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Unprocessable —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Insufficient funds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749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429  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 Many Requests — </a:t>
            </a:r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 exceeded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Stretch Goals Delivered:  Rate Limiting  •  Health Checks  •  RFC 7807 Errors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6/10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Technical Decisions &amp; Trade-offs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Pessimistic Locking (FOR UPDATE)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double-send under load. Chosen over optimistic locking for stronger guarantees in a financial context.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7432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MediatR + CQRS Pattern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separation of commands (writes) and queries (reads). Pipeline behaviors for validation.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4297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FluentValidation in Pipeline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Validators run automatically before handlers via MediatR IPipelineBehavior.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1887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xmin Concurrency Token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 Core maps PG system column as row version — dual-layer safety with FOR UPDATE.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65176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27432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EnsureCreated() over Migrations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Simpler for demo. Schema auto-created from model on first run. Trade-off: no migration history.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4206240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42976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Single Command
</a:t>
            </a:r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runs `docker compose up` — PostgreSQL + API start together with health checks.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7/10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 Strategy — 12 Tests Passing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Tests (xUnit + Moq)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WalletDomainTests — Credit, Debit, insufficient funds, negative amounts, zero balance edge cases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CommandHandlerTests — CreateWallet, CreditWallet with mocked repos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Audit verification — correct balance-before/after captured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All amounts verified as integers (kobo), never float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10515600" cy="228600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9050">
            <a:solidFill>
              <a:srgbClr val="0087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Concurrency Integration Test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ConcurrentTransfers_ShouldNeverAllowNegativeBalance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Creates 2 wallets, credits source with ₦10,000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Fires 20 concurrent transfers of ₦1,000 each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Asserts: ≤10 succeed (balance limit), balance ≥ 0 always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Asserts: money conserved (source + dest = original deposit)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Uses WebApplicationFactory + PostgreSQL test database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8/10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Usage — Fluency &amp; Judgment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 Qoder AI Assistant + GitHub Copilot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AI Helped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Project scaffolding &amp; clean architecture 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CQRS boilerplate (commands, queries, handlers)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EF Core entity configuration patterns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Swagger/OpenAPI setup with JWT security scheme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D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 Caught AI Being Wrong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Used double for money — caught &amp; replaced with long (kobo)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Missed deadlock prevention in wallet locking order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926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Used UTC midnight for daily limit instead of WAT (UTC+1)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10515600" cy="1645920"/>
          </a:xfrm>
          <a:prstGeom prst="roundRect">
            <a:avLst>
              <a:gd name="adj" fmla="val 5556"/>
            </a:avLst>
          </a:prstGeom>
          <a:solidFill>
            <a:srgbClr val="FFF8E1"/>
          </a:solidFill>
          <a:ln w="19050">
            <a:solidFill>
              <a:srgbClr val="E85D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D0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is excellent for speed and boilerplate, but financial systems demand human judgment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precision (integer money), concurrency (deadlock prevention), and domain rules (timezone handling).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assessment is about directing AI wisely — not avoiding it.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FirstBank Digital Factory  |  NovaWallet Ledger Service  |  Damilola Anifowose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9/10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Deliverables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Git repository with clean, documented code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Docker Compose — single command startup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Swagger UI at /swagger when running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12 automated tests (unit + concurrency)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README.md — architecture &amp; decisions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AI_USAGE.md — prompts, catches &amp; lessons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RFC 7807 error handling throughout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754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JWT auth with middleware pipeline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for Live Demo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64592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A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3736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Get JWT token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/api/auth/token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Create wallet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/api/wallets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Credit wallet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/api/wallets/{id}/credit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Transfer (with idempotency)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/api/wallets/{id}/transfer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Header: Idempotency-Key: abc-123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5486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87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  —  Questions?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1560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10/10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NovaWallet Ledger Service - Case Study</dc:title>
  <dc:subject>PptxGenJS Presentation</dc:subject>
  <dc:creator>Damilola Anifowose</dc:creator>
  <cp:lastModifiedBy>Damilola Anifowose</cp:lastModifiedBy>
  <cp:revision>1</cp:revision>
  <dcterms:created xsi:type="dcterms:W3CDTF">2026-09-16T07:19:45Z</dcterms:created>
  <dcterms:modified xsi:type="dcterms:W3CDTF">2026-09-16T07:19:45Z</dcterms:modified>
</cp:coreProperties>
</file>